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691B1-A74A-49CD-BE65-F904584D5AB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B1416-5B8A-4B0E-9685-EBC3B80E33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81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B1416-5B8A-4B0E-9685-EBC3B80E335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392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93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190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84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093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048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75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038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097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87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53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5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E242F-6E50-427E-8DB3-A584B030CB38}" type="datetimeFigureOut">
              <a:rPr lang="zh-CN" altLang="en-US" smtClean="0"/>
              <a:t>2025/8/15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BE210-7E82-4670-AF9D-B13DD07526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19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sv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sv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19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6.png"/><Relationship Id="rId14" Type="http://schemas.openxmlformats.org/officeDocument/2006/relationships/image" Target="../media/image11.svg"/><Relationship Id="rId22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195FFB6C-CC55-B3F3-7248-0C130E6D7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" r="20090" b="20091"/>
          <a:stretch>
            <a:fillRect/>
          </a:stretch>
        </p:blipFill>
        <p:spPr>
          <a:xfrm>
            <a:off x="0" y="0"/>
            <a:ext cx="12801600" cy="960120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FF789773-6C1B-49F1-845B-C3CBC86E1427}"/>
              </a:ext>
            </a:extLst>
          </p:cNvPr>
          <p:cNvGrpSpPr/>
          <p:nvPr/>
        </p:nvGrpSpPr>
        <p:grpSpPr>
          <a:xfrm>
            <a:off x="279592" y="271663"/>
            <a:ext cx="12242415" cy="7944805"/>
            <a:chOff x="456900" y="92874"/>
            <a:chExt cx="12242415" cy="7944805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B4CD7A6-890C-3B84-2A81-1D33D569D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900" y="92874"/>
              <a:ext cx="6065462" cy="3927234"/>
            </a:xfrm>
            <a:prstGeom prst="rect">
              <a:avLst/>
            </a:prstGeom>
            <a:effectLst>
              <a:outerShdw blurRad="127000" sx="103000" sy="103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39253EF-B206-1817-31A2-790429BE7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3853" y="4110445"/>
              <a:ext cx="6065462" cy="3927234"/>
            </a:xfrm>
            <a:prstGeom prst="rect">
              <a:avLst/>
            </a:prstGeom>
            <a:effectLst>
              <a:outerShdw blurRad="127000" sx="103000" sy="103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31ADB3B-9647-9102-8FC7-E601BE1A0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900" y="4110445"/>
              <a:ext cx="6065462" cy="3927234"/>
            </a:xfrm>
            <a:prstGeom prst="rect">
              <a:avLst/>
            </a:prstGeom>
            <a:effectLst>
              <a:outerShdw blurRad="127000" sx="103000" sy="103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D17D0F4-F45F-3A35-E3C2-43C849AF7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3853" y="92874"/>
              <a:ext cx="6065462" cy="3927234"/>
            </a:xfrm>
            <a:prstGeom prst="rect">
              <a:avLst/>
            </a:prstGeom>
            <a:effectLst>
              <a:outerShdw blurRad="127000" sx="103000" sy="103000" algn="c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6" name="图形 15">
            <a:extLst>
              <a:ext uri="{FF2B5EF4-FFF2-40B4-BE49-F238E27FC236}">
                <a16:creationId xmlns:a16="http://schemas.microsoft.com/office/drawing/2014/main" id="{8B9E9CA6-1EF9-6DAF-2F3D-9C0CA2CF9D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9592" y="8719937"/>
            <a:ext cx="609600" cy="609600"/>
          </a:xfrm>
          <a:prstGeom prst="rect">
            <a:avLst/>
          </a:prstGeom>
          <a:effectLst>
            <a:outerShdw blurRad="127000" sx="120000" sy="12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733D4DF7-4036-297F-005D-24F66C66D2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47273" y="8719937"/>
            <a:ext cx="609600" cy="609600"/>
          </a:xfrm>
          <a:prstGeom prst="rect">
            <a:avLst/>
          </a:prstGeom>
          <a:effectLst>
            <a:outerShdw blurRad="127000" sx="120000" sy="12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7AAC0950-BBD3-862B-3637-A807D57AAF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14954" y="8719937"/>
            <a:ext cx="609600" cy="609600"/>
          </a:xfrm>
          <a:prstGeom prst="rect">
            <a:avLst/>
          </a:prstGeom>
          <a:effectLst>
            <a:outerShdw blurRad="127000" sx="120000" sy="12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AEEAB7E6-DA09-BB40-A1AB-3DB97A042D9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80349" y="8719937"/>
            <a:ext cx="609600" cy="609600"/>
          </a:xfrm>
          <a:prstGeom prst="rect">
            <a:avLst/>
          </a:prstGeom>
          <a:effectLst>
            <a:outerShdw blurRad="127000" sx="120000" sy="12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4" name="图形 23">
            <a:extLst>
              <a:ext uri="{FF2B5EF4-FFF2-40B4-BE49-F238E27FC236}">
                <a16:creationId xmlns:a16="http://schemas.microsoft.com/office/drawing/2014/main" id="{F53A6B5B-53CB-67E6-364C-F20D12DAB5A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145744" y="8719937"/>
            <a:ext cx="609600" cy="609600"/>
          </a:xfrm>
          <a:prstGeom prst="rect">
            <a:avLst/>
          </a:prstGeom>
          <a:effectLst>
            <a:outerShdw blurRad="127000" sx="120000" sy="12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2" name="图形 31">
            <a:extLst>
              <a:ext uri="{FF2B5EF4-FFF2-40B4-BE49-F238E27FC236}">
                <a16:creationId xmlns:a16="http://schemas.microsoft.com/office/drawing/2014/main" id="{66A75C85-A5DC-D0EB-C37D-7EDBC33D819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11139" y="8719937"/>
            <a:ext cx="609600" cy="609600"/>
          </a:xfrm>
          <a:prstGeom prst="rect">
            <a:avLst/>
          </a:prstGeom>
          <a:effectLst>
            <a:outerShdw blurRad="127000" sx="120000" sy="12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0751B413-5367-D36B-D6D7-99554A81F45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912407" y="8719937"/>
            <a:ext cx="609600" cy="609600"/>
          </a:xfrm>
          <a:prstGeom prst="rect">
            <a:avLst/>
          </a:prstGeom>
          <a:effectLst>
            <a:outerShdw blurRad="127000" sx="120000" sy="120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618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</TotalTime>
  <Words>1</Words>
  <Application>Microsoft Office PowerPoint</Application>
  <PresentationFormat>A3 纸张(297x420 毫米)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泽宇 杨</dc:creator>
  <cp:lastModifiedBy>泽宇 杨</cp:lastModifiedBy>
  <cp:revision>3</cp:revision>
  <dcterms:created xsi:type="dcterms:W3CDTF">2025-08-15T11:33:11Z</dcterms:created>
  <dcterms:modified xsi:type="dcterms:W3CDTF">2025-08-15T12:18:50Z</dcterms:modified>
</cp:coreProperties>
</file>